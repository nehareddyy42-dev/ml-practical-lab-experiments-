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Raleway" pitchFamily="2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642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Box Office Prediction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approaches to forecasting film revenue at scale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71B766-2597-1E29-8256-A8B43F636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200" y="5165616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249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Abstract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93579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Multi-signal Input: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Combines film attributes, market trends, and temporal patterns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Historical Foundation: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Trained on a decade of box office and production data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 Accuracy: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Achieves strong performance on held-out test datasets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CD69F-928A-0FAB-A8FD-E8543E9A1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95" y="5181455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1622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84897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$100M+ per film investment with deeply uncertain returns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~40% of films underperform and fail to recoup production costs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data-driven forecasting tools; current forecasting still relies on intuition and manual analysis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23693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industry lacks a scalable, quantitative method for revenue forecasting </a:t>
            </a: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before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film's release — making pre-production go/no-go decisions unnecessarily risky.</a:t>
            </a:r>
            <a:endParaRPr lang="en-US" sz="14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85C06F-33FC-40CA-F80F-5A23F0CEC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95" y="5181455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736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Existing System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42370"/>
            <a:ext cx="10868745" cy="134183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Rule-Based Heuristics: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Genre, cast tier, and budget correlations are applied as static lookup rules.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Poor Generalization: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 is limited to known historical patterns and breaks down on novel or cross-genre releases.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Real-Time Signals: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 cannot incorporate live market data such as social sentiment, ticket pre-sales, or competitor scheduling.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FEFE57-38CF-D0A9-7593-6CE1D132B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95" y="5181455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736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Algorithms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42370"/>
            <a:ext cx="10868745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Gradient Boosting (XGBoost)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Ranks feature importance across budget, genre, cast, and release window attributes.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LSTM Neural Network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Captures temporal dependencies such as seasonal patterns, franchise momentum, and market cycles.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Weighted Ensemble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Combines model outputs via learned weights to improve robustness across film types.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63A29-4637-FB90-3498-6133FFF07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95" y="5181455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783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Flow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247033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Input: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film metadata, budget, release date, marketing spend, cast/crew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 Engineering: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genre embeddings, seasonal factors, competition index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Output: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revenue prediction with confidence intervals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CD88C-BA80-FDBA-B0C9-9440F7683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95" y="5181455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4249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 Architecture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393579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Preprocessing Pipeline: Handle missing values, normalize continuous features, and encode categorical variables.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Training: Use cross-validation across 10 years of historical release data with hyperparameter tuning via grid search.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Inference via REST API: Deliver real-time revenue predictions through a low-latency API endpoint for production integration.</a:t>
            </a:r>
            <a:endParaRPr lang="en-US" sz="14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056F0-3A4E-12EE-9E41-FDC2B9501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95" y="5181455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63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 &amp; Impact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45010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15% RMSE on the test set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diverse film genres and budget tiers.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40% error reduction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versus the rule-based baseline forecasting method.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4594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Impact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824684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Release timing optimization: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Identify low-competition windows that maximize opening weekend revenue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Marketing budget allocation: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Model sensitivity analysis guides spend across channels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Go/no-go decisions: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Quantified confidence intervals support earlier greenlight calls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507672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level of improvement creates meaningful business value through better capital allocation and more confident decision-making across the studio slate.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F878BE-2FDC-70BE-2E0B-68F6D02DC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395" y="5158294"/>
            <a:ext cx="3985605" cy="1676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3BAE29-0648-6619-12C1-7D32E861ACB7}"/>
              </a:ext>
            </a:extLst>
          </p:cNvPr>
          <p:cNvSpPr txBox="1"/>
          <p:nvPr/>
        </p:nvSpPr>
        <p:spPr>
          <a:xfrm>
            <a:off x="2775285" y="1499937"/>
            <a:ext cx="490888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THANK YOU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0935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419</Words>
  <Application>Microsoft Office PowerPoint</Application>
  <PresentationFormat>Widescreen</PresentationFormat>
  <Paragraphs>44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Roboto Bold</vt:lpstr>
      <vt:lpstr>Arial</vt:lpstr>
      <vt:lpstr>Roboto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Sampreethi Gadela</cp:lastModifiedBy>
  <cp:revision>2</cp:revision>
  <dcterms:created xsi:type="dcterms:W3CDTF">2026-08-28T09:13:41Z</dcterms:created>
  <dcterms:modified xsi:type="dcterms:W3CDTF">2026-08-28T09:16:27Z</dcterms:modified>
</cp:coreProperties>
</file>