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72988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3A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Box-Office Revenue Prediction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3E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Elastic Net Regression</a:t>
            </a:r>
            <a:endParaRPr lang="en-US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71C691-A606-CA2F-D713-03D5FC794062}"/>
              </a:ext>
            </a:extLst>
          </p:cNvPr>
          <p:cNvSpPr txBox="1"/>
          <p:nvPr/>
        </p:nvSpPr>
        <p:spPr>
          <a:xfrm>
            <a:off x="5571179" y="3742379"/>
            <a:ext cx="28098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M Neha Reddy-2520030360</a:t>
            </a:r>
          </a:p>
          <a:p>
            <a:r>
              <a:rPr lang="en-IN" dirty="0">
                <a:solidFill>
                  <a:schemeClr val="bg1"/>
                </a:solidFill>
              </a:rPr>
              <a:t>G Sampreethi-2520030358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3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CONTENTS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840480" cy="502920"/>
          </a:xfrm>
          <a:prstGeom prst="roundRect">
            <a:avLst>
              <a:gd name="adj" fmla="val 49091"/>
            </a:avLst>
          </a:prstGeom>
          <a:solidFill>
            <a:srgbClr val="F3EDE2"/>
          </a:solidFill>
          <a:ln w="19050">
            <a:solidFill>
              <a:srgbClr val="2E3A7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E3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01. Abstract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1847088"/>
            <a:ext cx="3840480" cy="502920"/>
          </a:xfrm>
          <a:prstGeom prst="roundRect">
            <a:avLst>
              <a:gd name="adj" fmla="val 49091"/>
            </a:avLst>
          </a:prstGeom>
          <a:solidFill>
            <a:srgbClr val="F3EDE2"/>
          </a:solidFill>
          <a:ln w="19050">
            <a:solidFill>
              <a:srgbClr val="2E3A7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84708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E3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02. Introduction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2505456"/>
            <a:ext cx="3840480" cy="502920"/>
          </a:xfrm>
          <a:prstGeom prst="roundRect">
            <a:avLst>
              <a:gd name="adj" fmla="val 49091"/>
            </a:avLst>
          </a:prstGeom>
          <a:solidFill>
            <a:srgbClr val="F3EDE2"/>
          </a:solidFill>
          <a:ln w="19050">
            <a:solidFill>
              <a:srgbClr val="2E3A7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50545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E3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 Existing System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57200" y="3205820"/>
            <a:ext cx="3840480" cy="502920"/>
          </a:xfrm>
          <a:prstGeom prst="roundRect">
            <a:avLst>
              <a:gd name="adj" fmla="val 49091"/>
            </a:avLst>
          </a:prstGeom>
          <a:solidFill>
            <a:srgbClr val="F3EDE2"/>
          </a:solidFill>
          <a:ln w="19050">
            <a:solidFill>
              <a:srgbClr val="2E3A7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174149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E3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 Flow Diagram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663440" y="1188720"/>
            <a:ext cx="3840480" cy="502920"/>
          </a:xfrm>
          <a:prstGeom prst="roundRect">
            <a:avLst>
              <a:gd name="adj" fmla="val 49091"/>
            </a:avLst>
          </a:prstGeom>
          <a:solidFill>
            <a:srgbClr val="F3EDE2"/>
          </a:solidFill>
          <a:ln w="19050">
            <a:solidFill>
              <a:srgbClr val="2E3A7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46320" y="11887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E3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05. Solution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4663440" y="1847088"/>
            <a:ext cx="3840480" cy="502920"/>
          </a:xfrm>
          <a:prstGeom prst="roundRect">
            <a:avLst>
              <a:gd name="adj" fmla="val 49091"/>
            </a:avLst>
          </a:prstGeom>
          <a:solidFill>
            <a:srgbClr val="F3EDE2"/>
          </a:solidFill>
          <a:ln w="19050">
            <a:solidFill>
              <a:srgbClr val="2E3A7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46320" y="184708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E3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 New Feature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4663440" y="2505456"/>
            <a:ext cx="3840480" cy="502920"/>
          </a:xfrm>
          <a:prstGeom prst="roundRect">
            <a:avLst>
              <a:gd name="adj" fmla="val 49091"/>
            </a:avLst>
          </a:prstGeom>
          <a:solidFill>
            <a:srgbClr val="F3EDE2"/>
          </a:solidFill>
          <a:ln w="19050">
            <a:solidFill>
              <a:srgbClr val="2E3A7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46320" y="2505456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E3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07. Research Knowledge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4663440" y="3163824"/>
            <a:ext cx="3840480" cy="502920"/>
          </a:xfrm>
          <a:prstGeom prst="roundRect">
            <a:avLst>
              <a:gd name="adj" fmla="val 49091"/>
            </a:avLst>
          </a:prstGeom>
          <a:solidFill>
            <a:srgbClr val="F3EDE2"/>
          </a:solidFill>
          <a:ln w="19050">
            <a:solidFill>
              <a:srgbClr val="2E3A7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46320" y="3163824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E3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08. Conclusion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3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01. ABSTRACT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IN" sz="1000" dirty="0"/>
              <a:t>Box-office revenue depends on several factors such as budget, genre, runtime, ratings, popularity, marketing, </a:t>
            </a:r>
            <a:r>
              <a:rPr lang="en-IN" sz="1000" dirty="0" err="1"/>
              <a:t>theater</a:t>
            </a:r>
            <a:r>
              <a:rPr lang="en-IN" sz="1000" dirty="0"/>
              <a:t> count, and release period. Predicting revenue is difficult because these factors can strongly influence a movie’s performance.</a:t>
            </a:r>
          </a:p>
          <a:p>
            <a:r>
              <a:rPr lang="en-IN" sz="1000" dirty="0"/>
              <a:t>This project uses Elastic Net Regression to predict movie revenue. Elastic Net combines </a:t>
            </a:r>
            <a:r>
              <a:rPr lang="en-IN" sz="1000" b="1" dirty="0"/>
              <a:t>L1 (Lasso)</a:t>
            </a:r>
            <a:r>
              <a:rPr lang="en-IN" sz="1000" dirty="0"/>
              <a:t> and </a:t>
            </a:r>
            <a:r>
              <a:rPr lang="en-IN" sz="1000" b="1" dirty="0"/>
              <a:t>L2 (Ridge)</a:t>
            </a:r>
            <a:r>
              <a:rPr lang="en-IN" sz="1000" dirty="0"/>
              <a:t> regularization, which helps in feature selection, handling correlated features, and reducing overfitting.</a:t>
            </a:r>
          </a:p>
          <a:p>
            <a:r>
              <a:rPr lang="en-IN" sz="1000" dirty="0"/>
              <a:t>The project includes data collection, preprocessing, feature engineering, model training, and evaluation. The model is evaluated using </a:t>
            </a:r>
            <a:r>
              <a:rPr lang="en-IN" sz="1000" b="1" dirty="0"/>
              <a:t>MAE, MSE, RMSE, and R²</a:t>
            </a:r>
            <a:r>
              <a:rPr lang="en-IN" sz="1000" dirty="0"/>
              <a:t>. Finally, the trained model can estimate the expected revenue of a new movie based on its input features.</a:t>
            </a:r>
          </a:p>
          <a:p>
            <a:pPr marL="0" indent="0">
              <a:buNone/>
            </a:pP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2468880"/>
            <a:ext cx="8229600" cy="210312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5875">
            <a:solidFill>
              <a:srgbClr val="2E3A7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6060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3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06324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3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Proposes an Elastic Net Regression model to predict movie revenue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3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Ridge (L2) and Lasso (L1) regularization for correlated features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3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data collection, preprocessing, feature selection, training and evaluation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3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with MAE, MSE, RMSE and R²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3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02. INTRODUCTION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77640" cy="347472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5875">
            <a:solidFill>
              <a:srgbClr val="2E3A7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344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3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91640"/>
            <a:ext cx="3520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3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of a movie is measured by box-office revenue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3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hard to predict: many factors influence it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3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finds patterns in historical movie data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3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Net controls complexity with many inputs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09160" y="1097280"/>
            <a:ext cx="3977640" cy="347472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5875">
            <a:solidFill>
              <a:srgbClr val="2E3A7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2344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3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691640"/>
            <a:ext cx="3520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3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factors affecting revenue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3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 movie datasets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3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Elastic Net to predict revenue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3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overfitting via L1 + L2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3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with regression metrics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3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revenue for new movies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3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 EXISTING SYSTEM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77640" cy="347472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5875">
            <a:solidFill>
              <a:srgbClr val="2E3A7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344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3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Approach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91640"/>
            <a:ext cx="3520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3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only on historical averages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3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capture relationships between many variable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09160" y="1097280"/>
            <a:ext cx="3977640" cy="347472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5875">
            <a:solidFill>
              <a:srgbClr val="2E3A7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2344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3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691640"/>
            <a:ext cx="3520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3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affected by unpredictable events and audience behavior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3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strongly on data quality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3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or inaccurate movie data reduces performance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2E3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often highly skewed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3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 FLOW DIAGRAM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828800" cy="86868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9050">
            <a:solidFill>
              <a:srgbClr val="2E3A7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8016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3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2286000" y="1280160"/>
            <a:ext cx="274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E3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560320" y="1280160"/>
            <a:ext cx="1828800" cy="86868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9050">
            <a:solidFill>
              <a:srgbClr val="2E3A7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560320" y="128016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3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389120" y="1280160"/>
            <a:ext cx="274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E3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663440" y="1280160"/>
            <a:ext cx="1828800" cy="86868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9050">
            <a:solidFill>
              <a:srgbClr val="2E3A7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63440" y="128016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3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92240" y="1280160"/>
            <a:ext cx="274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E3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766560" y="1280160"/>
            <a:ext cx="1828800" cy="86868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9050">
            <a:solidFill>
              <a:srgbClr val="2E3A7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66560" y="128016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3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1828800" cy="86868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9050">
            <a:solidFill>
              <a:srgbClr val="2E3A7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265176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3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 Split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2286000" y="2651760"/>
            <a:ext cx="274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E3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2560320" y="2651760"/>
            <a:ext cx="1828800" cy="868680"/>
          </a:xfrm>
          <a:prstGeom prst="roundRect">
            <a:avLst>
              <a:gd name="adj" fmla="val 21053"/>
            </a:avLst>
          </a:prstGeom>
          <a:solidFill>
            <a:srgbClr val="2E3A73"/>
          </a:solidFill>
          <a:ln w="19050">
            <a:solidFill>
              <a:srgbClr val="2E3A7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560320" y="265176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Net Training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389120" y="2651760"/>
            <a:ext cx="274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E3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663440" y="2651760"/>
            <a:ext cx="1828800" cy="86868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9050">
            <a:solidFill>
              <a:srgbClr val="2E3A7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663440" y="265176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3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2651760"/>
            <a:ext cx="274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E3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766560" y="2651760"/>
            <a:ext cx="1828800" cy="86868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9050">
            <a:solidFill>
              <a:srgbClr val="2E3A7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766560" y="265176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3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E3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example: 80% training data, 20% testing data. Hyperparameters (alpha, l1_ratio) are selected using cross-validation.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3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05. SOLUTION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347472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5875">
            <a:solidFill>
              <a:srgbClr val="2E3A7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34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3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91640"/>
            <a:ext cx="2194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3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Budget, genre, runtime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3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Rating, votes, popularity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3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month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3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Marketing, theater count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3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Revenue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46120" y="1097280"/>
            <a:ext cx="2651760" cy="347472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5875">
            <a:solidFill>
              <a:srgbClr val="2E3A7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74720" y="1234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3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1691640"/>
            <a:ext cx="2194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3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3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3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categories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3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outliers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3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numerical features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35040" y="1097280"/>
            <a:ext cx="2651760" cy="347472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5875">
            <a:solidFill>
              <a:srgbClr val="2E3A7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63640" y="1234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3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1691640"/>
            <a:ext cx="2194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3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MAE: average absolute error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3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MSE: average squared error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3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RMSE: √MSE, penalizes large errors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3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R²: variation explained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3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 NEW FEATURE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347472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5875">
            <a:solidFill>
              <a:srgbClr val="2E3A7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344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3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adds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91640"/>
            <a:ext cx="7772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E3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L1 + L2 penalty: feature selection and stability together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E3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 to tune alpha and l1_ratio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E3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Separates pre-release features from post-release features for genuine pre-release prediction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E3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log(revenue) transform to handle skewed revenue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E3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an estimated revenue for any new movie from its inputs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3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07. RESEARCH KNOWLEDGE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77640" cy="347472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5875">
            <a:solidFill>
              <a:srgbClr val="2E3A7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344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3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91640"/>
            <a:ext cx="3520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3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sentiment, trailers, search trends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3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 and director popularity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3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Competing releases, regional data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09160" y="1097280"/>
            <a:ext cx="3977640" cy="347472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5875">
            <a:solidFill>
              <a:srgbClr val="2E3A7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2344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3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Models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691640"/>
            <a:ext cx="3520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3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3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Boosting, XGBoost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2E3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 and ensembles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ED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3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08. CONCLUSION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347472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5875">
            <a:solidFill>
              <a:srgbClr val="2E3A7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344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3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91640"/>
            <a:ext cx="7772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E3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Net Regression predicts box-office revenue using combined L1 and L2 regularization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E3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correlated movie features while controlling model complexity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E3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Pipeline: preprocessing, feature engineering, training and evaluation with MAE, RMSE and R²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2E3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hard to predict, but ML gives a systematic way to find patterns in historical data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605</Words>
  <Application>Microsoft Office PowerPoint</Application>
  <PresentationFormat>On-screen Show (16:9)</PresentationFormat>
  <Paragraphs>110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Sampreethi Gadela</cp:lastModifiedBy>
  <cp:revision>4</cp:revision>
  <dcterms:created xsi:type="dcterms:W3CDTF">2026-09-29T08:14:47Z</dcterms:created>
  <dcterms:modified xsi:type="dcterms:W3CDTF">2026-10-06T09:54:16Z</dcterms:modified>
</cp:coreProperties>
</file>